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  <a:srgbClr val="212121"/>
    <a:srgbClr val="DF2985"/>
    <a:srgbClr val="1ABCE2"/>
    <a:srgbClr val="FFFA8F"/>
    <a:srgbClr val="71FE50"/>
    <a:srgbClr val="1D1D1D"/>
    <a:srgbClr val="2E1A3C"/>
    <a:srgbClr val="19FFA2"/>
    <a:srgbClr val="E6D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0" autoAdjust="0"/>
    <p:restoredTop sz="94660"/>
  </p:normalViewPr>
  <p:slideViewPr>
    <p:cSldViewPr>
      <p:cViewPr varScale="1">
        <p:scale>
          <a:sx n="163" d="100"/>
          <a:sy n="163" d="100"/>
        </p:scale>
        <p:origin x="2496" y="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315E-6665-466F-9E2E-7848E0021778}" type="datetimeFigureOut">
              <a:rPr lang="ko-KR" altLang="en-US" smtClean="0"/>
              <a:t>2021-10-22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52357-44BE-4A30-8918-E73226DF81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65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십자형 60"/>
          <p:cNvSpPr>
            <a:spLocks noChangeAspect="1"/>
          </p:cNvSpPr>
          <p:nvPr userDrawn="1"/>
        </p:nvSpPr>
        <p:spPr>
          <a:xfrm>
            <a:off x="3202051" y="2061000"/>
            <a:ext cx="2739898" cy="2751950"/>
          </a:xfrm>
          <a:prstGeom prst="plus">
            <a:avLst>
              <a:gd name="adj" fmla="val 2922"/>
            </a:avLst>
          </a:prstGeom>
          <a:noFill/>
          <a:ln w="47625" cap="sq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14724" y="1990641"/>
            <a:ext cx="2120997" cy="724314"/>
          </a:xfrm>
        </p:spPr>
        <p:txBody>
          <a:bodyPr lIns="0" rIns="0" anchor="ctr">
            <a:normAutofit/>
          </a:bodyPr>
          <a:lstStyle>
            <a:lvl1pPr marL="0" indent="0" algn="dist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kern="1200" baseline="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dirty="0"/>
              <a:t>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14724" y="4148999"/>
            <a:ext cx="2120997" cy="720001"/>
          </a:xfrm>
        </p:spPr>
        <p:txBody>
          <a:bodyPr lIns="0" rIns="0" anchor="ctr">
            <a:normAutofit/>
          </a:bodyPr>
          <a:lstStyle>
            <a:lvl1pPr marL="0" indent="0" algn="dist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kern="1200" baseline="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AN CHI WOO</a:t>
            </a:r>
            <a:endParaRPr lang="en-US" dirty="0"/>
          </a:p>
        </p:txBody>
      </p:sp>
      <p:sp>
        <p:nvSpPr>
          <p:cNvPr id="7" name="십자형 6"/>
          <p:cNvSpPr>
            <a:spLocks noChangeAspect="1"/>
          </p:cNvSpPr>
          <p:nvPr userDrawn="1"/>
        </p:nvSpPr>
        <p:spPr>
          <a:xfrm>
            <a:off x="2068702" y="1573702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십자형 7"/>
          <p:cNvSpPr>
            <a:spLocks noChangeAspect="1"/>
          </p:cNvSpPr>
          <p:nvPr userDrawn="1"/>
        </p:nvSpPr>
        <p:spPr>
          <a:xfrm>
            <a:off x="2788494" y="1573702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십자형 8"/>
          <p:cNvSpPr>
            <a:spLocks noChangeAspect="1"/>
          </p:cNvSpPr>
          <p:nvPr userDrawn="1"/>
        </p:nvSpPr>
        <p:spPr>
          <a:xfrm>
            <a:off x="3508286" y="1573702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십자형 9"/>
          <p:cNvSpPr>
            <a:spLocks noChangeAspect="1"/>
          </p:cNvSpPr>
          <p:nvPr userDrawn="1"/>
        </p:nvSpPr>
        <p:spPr>
          <a:xfrm>
            <a:off x="4228077" y="1573702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십자형 10"/>
          <p:cNvSpPr>
            <a:spLocks noChangeAspect="1"/>
          </p:cNvSpPr>
          <p:nvPr userDrawn="1"/>
        </p:nvSpPr>
        <p:spPr>
          <a:xfrm>
            <a:off x="4947870" y="1573702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십자형 11"/>
          <p:cNvSpPr>
            <a:spLocks noChangeAspect="1"/>
          </p:cNvSpPr>
          <p:nvPr userDrawn="1"/>
        </p:nvSpPr>
        <p:spPr>
          <a:xfrm>
            <a:off x="5667661" y="1573702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십자형 12"/>
          <p:cNvSpPr>
            <a:spLocks noChangeAspect="1"/>
          </p:cNvSpPr>
          <p:nvPr userDrawn="1"/>
        </p:nvSpPr>
        <p:spPr>
          <a:xfrm>
            <a:off x="6387454" y="1573702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십자형 13"/>
          <p:cNvSpPr>
            <a:spLocks noChangeAspect="1"/>
          </p:cNvSpPr>
          <p:nvPr userDrawn="1"/>
        </p:nvSpPr>
        <p:spPr>
          <a:xfrm>
            <a:off x="7107246" y="1573702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십자형 14"/>
          <p:cNvSpPr>
            <a:spLocks noChangeAspect="1"/>
          </p:cNvSpPr>
          <p:nvPr userDrawn="1"/>
        </p:nvSpPr>
        <p:spPr>
          <a:xfrm>
            <a:off x="2068702" y="2293701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십자형 15"/>
          <p:cNvSpPr>
            <a:spLocks noChangeAspect="1"/>
          </p:cNvSpPr>
          <p:nvPr userDrawn="1"/>
        </p:nvSpPr>
        <p:spPr>
          <a:xfrm>
            <a:off x="2788494" y="2293701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십자형 16"/>
          <p:cNvSpPr>
            <a:spLocks noChangeAspect="1"/>
          </p:cNvSpPr>
          <p:nvPr userDrawn="1"/>
        </p:nvSpPr>
        <p:spPr>
          <a:xfrm>
            <a:off x="6387454" y="2293701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8" name="십자형 17"/>
          <p:cNvSpPr>
            <a:spLocks noChangeAspect="1"/>
          </p:cNvSpPr>
          <p:nvPr userDrawn="1"/>
        </p:nvSpPr>
        <p:spPr>
          <a:xfrm>
            <a:off x="7107246" y="2293701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십자형 18"/>
          <p:cNvSpPr>
            <a:spLocks noChangeAspect="1"/>
          </p:cNvSpPr>
          <p:nvPr userDrawn="1"/>
        </p:nvSpPr>
        <p:spPr>
          <a:xfrm>
            <a:off x="2068702" y="3013701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십자형 19"/>
          <p:cNvSpPr>
            <a:spLocks noChangeAspect="1"/>
          </p:cNvSpPr>
          <p:nvPr userDrawn="1"/>
        </p:nvSpPr>
        <p:spPr>
          <a:xfrm>
            <a:off x="2788494" y="3013701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십자형 20"/>
          <p:cNvSpPr>
            <a:spLocks noChangeAspect="1"/>
          </p:cNvSpPr>
          <p:nvPr userDrawn="1"/>
        </p:nvSpPr>
        <p:spPr>
          <a:xfrm>
            <a:off x="6387454" y="3013701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십자형 21"/>
          <p:cNvSpPr>
            <a:spLocks noChangeAspect="1"/>
          </p:cNvSpPr>
          <p:nvPr userDrawn="1"/>
        </p:nvSpPr>
        <p:spPr>
          <a:xfrm>
            <a:off x="7107246" y="3013701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3" name="십자형 22"/>
          <p:cNvSpPr>
            <a:spLocks noChangeAspect="1"/>
          </p:cNvSpPr>
          <p:nvPr userDrawn="1"/>
        </p:nvSpPr>
        <p:spPr>
          <a:xfrm>
            <a:off x="2068702" y="3733700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십자형 23"/>
          <p:cNvSpPr>
            <a:spLocks noChangeAspect="1"/>
          </p:cNvSpPr>
          <p:nvPr userDrawn="1"/>
        </p:nvSpPr>
        <p:spPr>
          <a:xfrm>
            <a:off x="2788494" y="3733700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5" name="십자형 24"/>
          <p:cNvSpPr>
            <a:spLocks noChangeAspect="1"/>
          </p:cNvSpPr>
          <p:nvPr userDrawn="1"/>
        </p:nvSpPr>
        <p:spPr>
          <a:xfrm>
            <a:off x="6387454" y="3733700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십자형 25"/>
          <p:cNvSpPr>
            <a:spLocks noChangeAspect="1"/>
          </p:cNvSpPr>
          <p:nvPr userDrawn="1"/>
        </p:nvSpPr>
        <p:spPr>
          <a:xfrm>
            <a:off x="7107246" y="3733700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십자형 26"/>
          <p:cNvSpPr>
            <a:spLocks noChangeAspect="1"/>
          </p:cNvSpPr>
          <p:nvPr userDrawn="1"/>
        </p:nvSpPr>
        <p:spPr>
          <a:xfrm>
            <a:off x="2068702" y="5173699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십자형 27"/>
          <p:cNvSpPr>
            <a:spLocks noChangeAspect="1"/>
          </p:cNvSpPr>
          <p:nvPr userDrawn="1"/>
        </p:nvSpPr>
        <p:spPr>
          <a:xfrm>
            <a:off x="2788494" y="5173699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십자형 28"/>
          <p:cNvSpPr>
            <a:spLocks noChangeAspect="1"/>
          </p:cNvSpPr>
          <p:nvPr userDrawn="1"/>
        </p:nvSpPr>
        <p:spPr>
          <a:xfrm>
            <a:off x="3508286" y="5173699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십자형 29"/>
          <p:cNvSpPr>
            <a:spLocks noChangeAspect="1"/>
          </p:cNvSpPr>
          <p:nvPr userDrawn="1"/>
        </p:nvSpPr>
        <p:spPr>
          <a:xfrm>
            <a:off x="4228077" y="5173699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1" name="십자형 30"/>
          <p:cNvSpPr>
            <a:spLocks noChangeAspect="1"/>
          </p:cNvSpPr>
          <p:nvPr userDrawn="1"/>
        </p:nvSpPr>
        <p:spPr>
          <a:xfrm>
            <a:off x="4947870" y="5173699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2" name="십자형 31"/>
          <p:cNvSpPr>
            <a:spLocks noChangeAspect="1"/>
          </p:cNvSpPr>
          <p:nvPr userDrawn="1"/>
        </p:nvSpPr>
        <p:spPr>
          <a:xfrm>
            <a:off x="5667661" y="5173699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십자형 32"/>
          <p:cNvSpPr>
            <a:spLocks noChangeAspect="1"/>
          </p:cNvSpPr>
          <p:nvPr userDrawn="1"/>
        </p:nvSpPr>
        <p:spPr>
          <a:xfrm>
            <a:off x="6387454" y="5173699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십자형 33"/>
          <p:cNvSpPr>
            <a:spLocks noChangeAspect="1"/>
          </p:cNvSpPr>
          <p:nvPr userDrawn="1"/>
        </p:nvSpPr>
        <p:spPr>
          <a:xfrm>
            <a:off x="7107246" y="5173699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십자형 34"/>
          <p:cNvSpPr>
            <a:spLocks noChangeAspect="1"/>
          </p:cNvSpPr>
          <p:nvPr userDrawn="1"/>
        </p:nvSpPr>
        <p:spPr>
          <a:xfrm>
            <a:off x="2068702" y="4453700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십자형 35"/>
          <p:cNvSpPr>
            <a:spLocks noChangeAspect="1"/>
          </p:cNvSpPr>
          <p:nvPr userDrawn="1"/>
        </p:nvSpPr>
        <p:spPr>
          <a:xfrm>
            <a:off x="2788494" y="4453700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7" name="십자형 36"/>
          <p:cNvSpPr>
            <a:spLocks noChangeAspect="1"/>
          </p:cNvSpPr>
          <p:nvPr userDrawn="1"/>
        </p:nvSpPr>
        <p:spPr>
          <a:xfrm>
            <a:off x="6387454" y="4453700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8" name="십자형 37"/>
          <p:cNvSpPr>
            <a:spLocks noChangeAspect="1"/>
          </p:cNvSpPr>
          <p:nvPr userDrawn="1"/>
        </p:nvSpPr>
        <p:spPr>
          <a:xfrm>
            <a:off x="7107246" y="4453700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십자형 38"/>
          <p:cNvSpPr>
            <a:spLocks noChangeAspect="1"/>
          </p:cNvSpPr>
          <p:nvPr userDrawn="1"/>
        </p:nvSpPr>
        <p:spPr>
          <a:xfrm>
            <a:off x="2788494" y="853702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십자형 39"/>
          <p:cNvSpPr>
            <a:spLocks noChangeAspect="1"/>
          </p:cNvSpPr>
          <p:nvPr userDrawn="1"/>
        </p:nvSpPr>
        <p:spPr>
          <a:xfrm>
            <a:off x="3508286" y="853702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십자형 40"/>
          <p:cNvSpPr>
            <a:spLocks noChangeAspect="1"/>
          </p:cNvSpPr>
          <p:nvPr userDrawn="1"/>
        </p:nvSpPr>
        <p:spPr>
          <a:xfrm>
            <a:off x="4228077" y="853702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2" name="십자형 41"/>
          <p:cNvSpPr>
            <a:spLocks noChangeAspect="1"/>
          </p:cNvSpPr>
          <p:nvPr userDrawn="1"/>
        </p:nvSpPr>
        <p:spPr>
          <a:xfrm>
            <a:off x="4947870" y="853702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십자형 42"/>
          <p:cNvSpPr>
            <a:spLocks noChangeAspect="1"/>
          </p:cNvSpPr>
          <p:nvPr userDrawn="1"/>
        </p:nvSpPr>
        <p:spPr>
          <a:xfrm>
            <a:off x="5667661" y="853702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noFill/>
            </a:endParaRPr>
          </a:p>
        </p:txBody>
      </p:sp>
      <p:sp>
        <p:nvSpPr>
          <p:cNvPr id="44" name="십자형 43"/>
          <p:cNvSpPr>
            <a:spLocks noChangeAspect="1"/>
          </p:cNvSpPr>
          <p:nvPr userDrawn="1"/>
        </p:nvSpPr>
        <p:spPr>
          <a:xfrm>
            <a:off x="6387454" y="853702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십자형 44"/>
          <p:cNvSpPr>
            <a:spLocks noChangeAspect="1"/>
          </p:cNvSpPr>
          <p:nvPr userDrawn="1"/>
        </p:nvSpPr>
        <p:spPr>
          <a:xfrm>
            <a:off x="7107246" y="853702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6" name="십자형 45"/>
          <p:cNvSpPr>
            <a:spLocks noChangeAspect="1"/>
          </p:cNvSpPr>
          <p:nvPr userDrawn="1"/>
        </p:nvSpPr>
        <p:spPr>
          <a:xfrm>
            <a:off x="2068702" y="5893700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47" name="십자형 46"/>
          <p:cNvSpPr>
            <a:spLocks noChangeAspect="1"/>
          </p:cNvSpPr>
          <p:nvPr userDrawn="1"/>
        </p:nvSpPr>
        <p:spPr>
          <a:xfrm>
            <a:off x="2788493" y="5893700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십자형 47"/>
          <p:cNvSpPr>
            <a:spLocks noChangeAspect="1"/>
          </p:cNvSpPr>
          <p:nvPr userDrawn="1"/>
        </p:nvSpPr>
        <p:spPr>
          <a:xfrm>
            <a:off x="3508285" y="5893700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9" name="십자형 48"/>
          <p:cNvSpPr>
            <a:spLocks noChangeAspect="1"/>
          </p:cNvSpPr>
          <p:nvPr userDrawn="1"/>
        </p:nvSpPr>
        <p:spPr>
          <a:xfrm>
            <a:off x="4228077" y="5893700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0" name="십자형 49"/>
          <p:cNvSpPr>
            <a:spLocks noChangeAspect="1"/>
          </p:cNvSpPr>
          <p:nvPr userDrawn="1"/>
        </p:nvSpPr>
        <p:spPr>
          <a:xfrm>
            <a:off x="4947870" y="5893697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십자형 50"/>
          <p:cNvSpPr>
            <a:spLocks noChangeAspect="1"/>
          </p:cNvSpPr>
          <p:nvPr userDrawn="1"/>
        </p:nvSpPr>
        <p:spPr>
          <a:xfrm>
            <a:off x="5667659" y="5893700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십자형 51"/>
          <p:cNvSpPr>
            <a:spLocks noChangeAspect="1"/>
          </p:cNvSpPr>
          <p:nvPr userDrawn="1"/>
        </p:nvSpPr>
        <p:spPr>
          <a:xfrm>
            <a:off x="6387452" y="5893702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십자형 52"/>
          <p:cNvSpPr>
            <a:spLocks noChangeAspect="1"/>
          </p:cNvSpPr>
          <p:nvPr userDrawn="1"/>
        </p:nvSpPr>
        <p:spPr>
          <a:xfrm>
            <a:off x="7107241" y="5893701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4" name="십자형 53"/>
          <p:cNvSpPr>
            <a:spLocks noChangeAspect="1"/>
          </p:cNvSpPr>
          <p:nvPr userDrawn="1"/>
        </p:nvSpPr>
        <p:spPr>
          <a:xfrm>
            <a:off x="2068702" y="853702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6" name="텍스트 개체 틀 55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14724" y="3013792"/>
            <a:ext cx="2120997" cy="722231"/>
          </a:xfrm>
        </p:spPr>
        <p:txBody>
          <a:bodyPr lIns="0" rIns="0" anchor="ctr">
            <a:normAutofit/>
          </a:bodyPr>
          <a:lstStyle>
            <a:lvl1pPr marL="0" indent="0" algn="dist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ko-KR" dirty="0"/>
              <a:t>OMOK</a:t>
            </a:r>
            <a:endParaRPr lang="ko-KR" altLang="en-US" dirty="0"/>
          </a:p>
        </p:txBody>
      </p:sp>
      <p:cxnSp>
        <p:nvCxnSpPr>
          <p:cNvPr id="65" name="직선 연결선 64"/>
          <p:cNvCxnSpPr/>
          <p:nvPr userDrawn="1"/>
        </p:nvCxnSpPr>
        <p:spPr>
          <a:xfrm flipH="1">
            <a:off x="3522565" y="4078837"/>
            <a:ext cx="377923" cy="0"/>
          </a:xfrm>
          <a:prstGeom prst="line">
            <a:avLst/>
          </a:prstGeom>
          <a:ln w="44450" cap="sq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왼쪽 대괄호 113"/>
          <p:cNvSpPr/>
          <p:nvPr userDrawn="1"/>
        </p:nvSpPr>
        <p:spPr>
          <a:xfrm>
            <a:off x="1333864" y="564280"/>
            <a:ext cx="360000" cy="5744720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왼쪽 대괄호 114"/>
          <p:cNvSpPr/>
          <p:nvPr userDrawn="1"/>
        </p:nvSpPr>
        <p:spPr>
          <a:xfrm flipH="1">
            <a:off x="7467030" y="564280"/>
            <a:ext cx="360000" cy="5744720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십자형 66"/>
          <p:cNvSpPr>
            <a:spLocks noChangeAspect="1"/>
          </p:cNvSpPr>
          <p:nvPr userDrawn="1"/>
        </p:nvSpPr>
        <p:spPr>
          <a:xfrm>
            <a:off x="6933359" y="2119895"/>
            <a:ext cx="418260" cy="418106"/>
          </a:xfrm>
          <a:prstGeom prst="plus">
            <a:avLst>
              <a:gd name="adj" fmla="val 8896"/>
            </a:avLst>
          </a:prstGeom>
          <a:noFill/>
          <a:ln w="476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8" name="십자형 67"/>
          <p:cNvSpPr>
            <a:spLocks noChangeAspect="1"/>
          </p:cNvSpPr>
          <p:nvPr userDrawn="1"/>
        </p:nvSpPr>
        <p:spPr>
          <a:xfrm>
            <a:off x="5496608" y="5723826"/>
            <a:ext cx="418260" cy="418106"/>
          </a:xfrm>
          <a:prstGeom prst="plus">
            <a:avLst>
              <a:gd name="adj" fmla="val 8896"/>
            </a:avLst>
          </a:prstGeom>
          <a:noFill/>
          <a:ln w="476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9" name="십자형 68"/>
          <p:cNvSpPr>
            <a:spLocks noChangeAspect="1"/>
          </p:cNvSpPr>
          <p:nvPr userDrawn="1"/>
        </p:nvSpPr>
        <p:spPr>
          <a:xfrm>
            <a:off x="1894820" y="679722"/>
            <a:ext cx="418260" cy="418456"/>
          </a:xfrm>
          <a:prstGeom prst="plus">
            <a:avLst>
              <a:gd name="adj" fmla="val 8896"/>
            </a:avLst>
          </a:prstGeom>
          <a:noFill/>
          <a:ln w="476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5016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625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7" dur="625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8" dur="625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625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625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12" dur="625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13" dur="625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625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625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7" dur="625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8" dur="625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625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625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22" dur="625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23" dur="625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625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repeatCount="indefinite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625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27" dur="625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28" dur="625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625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625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32" dur="625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33" dur="625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625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62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37" dur="62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38" dur="62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62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625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42" dur="625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43" dur="625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625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625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47" dur="625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48" dur="625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625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625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52" dur="625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53" dur="625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625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7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625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57" dur="625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58" dur="625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625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625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62" dur="625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63" dur="625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625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625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67" dur="625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68" dur="625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625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62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72" dur="62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73" dur="62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62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625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77" dur="625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78" dur="625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625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7" presetClass="emph" presetSubtype="0" repeatCount="indefinite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625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82" dur="625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83" dur="625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625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87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88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625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92" dur="625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93" dur="625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625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7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625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97" dur="625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98" dur="625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625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625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102" dur="625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103" dur="625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625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625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107" dur="625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108" dur="625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625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7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12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13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625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625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625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625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625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122" dur="625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123" dur="625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625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27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28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2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37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38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625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142" dur="625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143" dur="625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625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7" presetClass="emph" presetSubtype="0" repeatCount="indefinite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625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47" dur="625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48" dur="625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625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625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152" dur="625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153" dur="625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625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625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57" dur="625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58" dur="625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625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625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162" dur="625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3" dur="625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625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167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168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625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172" dur="625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173" dur="625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625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625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177" dur="625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178" dur="625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625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625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182" dur="625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183" dur="625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625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7" presetClass="emph" presetSubtype="0" repeatCount="indefinite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625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7" dur="625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625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625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625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192" dur="625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193" dur="625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625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625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7" dur="625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625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625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7" presetClass="emph" presetSubtype="0" repeatCount="indefinite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" dur="625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202" dur="625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203" dur="625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625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7" presetClass="emph" presetSubtype="0" repeatCount="indefinite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625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207" dur="625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208" dur="625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625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625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212" dur="625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213" dur="625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625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6" dur="625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217" dur="625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218" dur="625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625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" dur="625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animClr clrSpc="rgb" dir="cw">
                                      <p:cBhvr>
                                        <p:cTn id="222" dur="625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1FE50"/>
                                      </p:to>
                                    </p:animClr>
                                    <p:set>
                                      <p:cBhvr>
                                        <p:cTn id="223" dur="625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625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625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7" dur="625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625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625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7" presetClass="emph" presetSubtype="0" repeatCount="indefinite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625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232" dur="625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233" dur="625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" dur="625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625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animClr clrSpc="rgb" dir="cw">
                                      <p:cBhvr>
                                        <p:cTn id="237" dur="625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BCE2"/>
                                      </p:to>
                                    </p:animClr>
                                    <p:set>
                                      <p:cBhvr>
                                        <p:cTn id="238" dur="625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625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625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242" dur="625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243" dur="625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625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8" presetClass="emph" presetSubtype="0" repeatCount="indefinite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4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8" presetClass="emph" presetSubtype="0" repeatCount="indefinite" ac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-10800000">
                                      <p:cBhvr>
                                        <p:cTn id="248" dur="3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" presetID="8" presetClass="emph" presetSubtype="0" repeatCount="indefinite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5400000">
                                      <p:cBhvr>
                                        <p:cTn id="250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7" grpId="0" animBg="1"/>
      <p:bldP spid="68" grpId="0" animBg="1"/>
      <p:bldP spid="69" grpId="0" animBg="1"/>
    </p:bld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/>
          <p:cNvSpPr/>
          <p:nvPr userDrawn="1"/>
        </p:nvSpPr>
        <p:spPr>
          <a:xfrm>
            <a:off x="2717258" y="1845000"/>
            <a:ext cx="3716608" cy="4859999"/>
          </a:xfrm>
          <a:prstGeom prst="rect">
            <a:avLst/>
          </a:prstGeom>
          <a:solidFill>
            <a:schemeClr val="tx1">
              <a:lumMod val="95000"/>
              <a:lumOff val="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4364" y="1629000"/>
            <a:ext cx="2401718" cy="360001"/>
          </a:xfrm>
        </p:spPr>
        <p:txBody>
          <a:bodyPr lIns="0" rIns="0" anchor="ctr">
            <a:normAutofit/>
          </a:bodyPr>
          <a:lstStyle>
            <a:lvl1pPr marL="0" indent="0" algn="dist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 baseline="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INDEX</a:t>
            </a:r>
            <a:endParaRPr lang="en-US" dirty="0"/>
          </a:p>
        </p:txBody>
      </p:sp>
      <p:sp>
        <p:nvSpPr>
          <p:cNvPr id="25" name="십자형 24"/>
          <p:cNvSpPr>
            <a:spLocks noChangeAspect="1"/>
          </p:cNvSpPr>
          <p:nvPr userDrawn="1"/>
        </p:nvSpPr>
        <p:spPr>
          <a:xfrm>
            <a:off x="5682478" y="1286205"/>
            <a:ext cx="70496" cy="70496"/>
          </a:xfrm>
          <a:prstGeom prst="plus">
            <a:avLst/>
          </a:prstGeom>
          <a:solidFill>
            <a:srgbClr val="71FE50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십자형 27"/>
          <p:cNvSpPr>
            <a:spLocks noChangeAspect="1"/>
          </p:cNvSpPr>
          <p:nvPr userDrawn="1"/>
        </p:nvSpPr>
        <p:spPr>
          <a:xfrm>
            <a:off x="3959351" y="1286205"/>
            <a:ext cx="70496" cy="70496"/>
          </a:xfrm>
          <a:prstGeom prst="plus">
            <a:avLst/>
          </a:prstGeom>
          <a:solidFill>
            <a:srgbClr val="DF2985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십자형 28"/>
          <p:cNvSpPr>
            <a:spLocks noChangeAspect="1"/>
          </p:cNvSpPr>
          <p:nvPr userDrawn="1"/>
        </p:nvSpPr>
        <p:spPr>
          <a:xfrm>
            <a:off x="3384976" y="1286205"/>
            <a:ext cx="70496" cy="70496"/>
          </a:xfrm>
          <a:prstGeom prst="plus">
            <a:avLst/>
          </a:prstGeom>
          <a:solidFill>
            <a:srgbClr val="1ABCE2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십자형 29"/>
          <p:cNvSpPr>
            <a:spLocks noChangeAspect="1"/>
          </p:cNvSpPr>
          <p:nvPr userDrawn="1"/>
        </p:nvSpPr>
        <p:spPr>
          <a:xfrm>
            <a:off x="4533726" y="1286205"/>
            <a:ext cx="70496" cy="70496"/>
          </a:xfrm>
          <a:prstGeom prst="plus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6" name="십자형 35"/>
          <p:cNvSpPr>
            <a:spLocks noChangeAspect="1"/>
          </p:cNvSpPr>
          <p:nvPr userDrawn="1"/>
        </p:nvSpPr>
        <p:spPr>
          <a:xfrm>
            <a:off x="5108102" y="1286205"/>
            <a:ext cx="70496" cy="70496"/>
          </a:xfrm>
          <a:prstGeom prst="plus">
            <a:avLst/>
          </a:prstGeom>
          <a:solidFill>
            <a:srgbClr val="FFFA8F"/>
          </a:solidFill>
          <a:ln>
            <a:solidFill>
              <a:schemeClr val="accent1">
                <a:shade val="50000"/>
                <a:alpha val="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8" name="텍스트 개체 틀 5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374364" y="785772"/>
            <a:ext cx="2401718" cy="348783"/>
          </a:xfrm>
        </p:spPr>
        <p:txBody>
          <a:bodyPr lIns="0" rIns="0" anchor="ctr">
            <a:normAutofit/>
          </a:bodyPr>
          <a:lstStyle>
            <a:lvl1pPr marL="0" indent="0" algn="dist">
              <a:buNone/>
              <a:defRPr lang="ko-KR" altLang="en-US" sz="11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dist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dirty="0"/>
              <a:t>OMOK</a:t>
            </a:r>
            <a:endParaRPr lang="ko-KR" altLang="en-US" dirty="0"/>
          </a:p>
        </p:txBody>
      </p:sp>
      <p:cxnSp>
        <p:nvCxnSpPr>
          <p:cNvPr id="65" name="직선 연결선 64"/>
          <p:cNvCxnSpPr/>
          <p:nvPr userDrawn="1"/>
        </p:nvCxnSpPr>
        <p:spPr>
          <a:xfrm flipH="1">
            <a:off x="3312430" y="2053017"/>
            <a:ext cx="249736" cy="0"/>
          </a:xfrm>
          <a:prstGeom prst="line">
            <a:avLst/>
          </a:prstGeom>
          <a:ln w="50800" cap="sq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왼쪽 대괄호 113"/>
          <p:cNvSpPr/>
          <p:nvPr userDrawn="1"/>
        </p:nvSpPr>
        <p:spPr>
          <a:xfrm>
            <a:off x="2717258" y="1845000"/>
            <a:ext cx="360000" cy="4860000"/>
          </a:xfrm>
          <a:prstGeom prst="leftBracket">
            <a:avLst>
              <a:gd name="adj" fmla="val 0"/>
            </a:avLst>
          </a:prstGeom>
          <a:ln w="50800" cap="sq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왼쪽 대괄호 114"/>
          <p:cNvSpPr/>
          <p:nvPr userDrawn="1"/>
        </p:nvSpPr>
        <p:spPr>
          <a:xfrm flipH="1">
            <a:off x="6073866" y="1845000"/>
            <a:ext cx="360000" cy="4860000"/>
          </a:xfrm>
          <a:prstGeom prst="leftBracket">
            <a:avLst>
              <a:gd name="adj" fmla="val 0"/>
            </a:avLst>
          </a:prstGeom>
          <a:ln w="50800" cap="sq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16"/>
          <a:stretch/>
        </p:blipFill>
        <p:spPr>
          <a:xfrm>
            <a:off x="1803452" y="3505200"/>
            <a:ext cx="789388" cy="1318194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32"/>
          <a:stretch/>
        </p:blipFill>
        <p:spPr>
          <a:xfrm>
            <a:off x="6568947" y="3505200"/>
            <a:ext cx="741724" cy="1318194"/>
          </a:xfrm>
          <a:prstGeom prst="rect">
            <a:avLst/>
          </a:prstGeom>
        </p:spPr>
      </p:pic>
      <p:grpSp>
        <p:nvGrpSpPr>
          <p:cNvPr id="59" name="그룹 58"/>
          <p:cNvGrpSpPr/>
          <p:nvPr userDrawn="1"/>
        </p:nvGrpSpPr>
        <p:grpSpPr>
          <a:xfrm>
            <a:off x="4396833" y="6468254"/>
            <a:ext cx="356779" cy="236746"/>
            <a:chOff x="4619825" y="5958856"/>
            <a:chExt cx="358989" cy="238212"/>
          </a:xfrm>
          <a:solidFill>
            <a:schemeClr val="bg1"/>
          </a:solidFill>
        </p:grpSpPr>
        <p:sp>
          <p:nvSpPr>
            <p:cNvPr id="80" name="직사각형 79"/>
            <p:cNvSpPr/>
            <p:nvPr userDrawn="1"/>
          </p:nvSpPr>
          <p:spPr>
            <a:xfrm rot="5400000">
              <a:off x="4619826" y="5958855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21212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83" name="직사각형 82"/>
            <p:cNvSpPr/>
            <p:nvPr userDrawn="1"/>
          </p:nvSpPr>
          <p:spPr>
            <a:xfrm rot="5400000">
              <a:off x="4739489" y="5958856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21212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84" name="직사각형 83"/>
            <p:cNvSpPr/>
            <p:nvPr userDrawn="1"/>
          </p:nvSpPr>
          <p:spPr>
            <a:xfrm rot="5400000">
              <a:off x="4739489" y="6077404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21212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85" name="직사각형 84"/>
            <p:cNvSpPr/>
            <p:nvPr userDrawn="1"/>
          </p:nvSpPr>
          <p:spPr>
            <a:xfrm rot="5400000">
              <a:off x="4859152" y="6077405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21212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86" name="그룹 85"/>
          <p:cNvGrpSpPr/>
          <p:nvPr userDrawn="1"/>
        </p:nvGrpSpPr>
        <p:grpSpPr>
          <a:xfrm rot="5400000">
            <a:off x="5957103" y="2361393"/>
            <a:ext cx="356779" cy="236746"/>
            <a:chOff x="4619825" y="5958856"/>
            <a:chExt cx="358989" cy="238212"/>
          </a:xfrm>
          <a:solidFill>
            <a:schemeClr val="bg1"/>
          </a:solidFill>
        </p:grpSpPr>
        <p:sp>
          <p:nvSpPr>
            <p:cNvPr id="87" name="직사각형 86"/>
            <p:cNvSpPr/>
            <p:nvPr userDrawn="1"/>
          </p:nvSpPr>
          <p:spPr>
            <a:xfrm rot="5400000">
              <a:off x="4619826" y="5958855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212121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88" name="직사각형 87"/>
            <p:cNvSpPr/>
            <p:nvPr userDrawn="1"/>
          </p:nvSpPr>
          <p:spPr>
            <a:xfrm rot="5400000">
              <a:off x="4739489" y="5958856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212121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89" name="직사각형 88"/>
            <p:cNvSpPr/>
            <p:nvPr userDrawn="1"/>
          </p:nvSpPr>
          <p:spPr>
            <a:xfrm rot="5400000">
              <a:off x="4739489" y="6077404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212121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90" name="직사각형 89"/>
            <p:cNvSpPr/>
            <p:nvPr userDrawn="1"/>
          </p:nvSpPr>
          <p:spPr>
            <a:xfrm rot="5400000">
              <a:off x="4859152" y="6077405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212121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91" name="그룹 90"/>
          <p:cNvGrpSpPr/>
          <p:nvPr userDrawn="1"/>
        </p:nvGrpSpPr>
        <p:grpSpPr>
          <a:xfrm rot="10800000">
            <a:off x="2939496" y="3213000"/>
            <a:ext cx="237853" cy="354564"/>
            <a:chOff x="4619825" y="5958856"/>
            <a:chExt cx="239326" cy="356760"/>
          </a:xfrm>
          <a:solidFill>
            <a:schemeClr val="bg1"/>
          </a:solidFill>
        </p:grpSpPr>
        <p:sp>
          <p:nvSpPr>
            <p:cNvPr id="92" name="직사각형 91"/>
            <p:cNvSpPr/>
            <p:nvPr userDrawn="1"/>
          </p:nvSpPr>
          <p:spPr>
            <a:xfrm rot="5400000">
              <a:off x="4619826" y="5958855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D1D1D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93" name="직사각형 92"/>
            <p:cNvSpPr/>
            <p:nvPr userDrawn="1"/>
          </p:nvSpPr>
          <p:spPr>
            <a:xfrm rot="5400000">
              <a:off x="4739489" y="5958856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D1D1D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94" name="직사각형 93"/>
            <p:cNvSpPr/>
            <p:nvPr userDrawn="1"/>
          </p:nvSpPr>
          <p:spPr>
            <a:xfrm rot="5400000">
              <a:off x="4739489" y="6077404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D1D1D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95" name="직사각형 94"/>
            <p:cNvSpPr/>
            <p:nvPr userDrawn="1"/>
          </p:nvSpPr>
          <p:spPr>
            <a:xfrm rot="5400000">
              <a:off x="4739488" y="6195953"/>
              <a:ext cx="119662" cy="119663"/>
            </a:xfrm>
            <a:prstGeom prst="rect">
              <a:avLst/>
            </a:prstGeom>
            <a:grpFill/>
            <a:ln w="15875" cap="sq">
              <a:solidFill>
                <a:srgbClr val="1D1D1D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sp>
        <p:nvSpPr>
          <p:cNvPr id="62" name="텍스트 개체 틀 61"/>
          <p:cNvSpPr>
            <a:spLocks noGrp="1"/>
          </p:cNvSpPr>
          <p:nvPr>
            <p:ph type="body" sz="quarter" idx="12" hasCustomPrompt="1"/>
          </p:nvPr>
        </p:nvSpPr>
        <p:spPr>
          <a:xfrm>
            <a:off x="3312430" y="2430463"/>
            <a:ext cx="2523904" cy="391636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-</a:t>
            </a:r>
          </a:p>
          <a:p>
            <a:pPr lvl="0"/>
            <a:r>
              <a:rPr lang="en-US" altLang="ko-KR" dirty="0"/>
              <a:t>01. GAME</a:t>
            </a:r>
          </a:p>
          <a:p>
            <a:pPr lvl="0"/>
            <a:r>
              <a:rPr lang="en-US" altLang="ko-KR" dirty="0"/>
              <a:t>02. RETRO</a:t>
            </a:r>
          </a:p>
          <a:p>
            <a:pPr lvl="0"/>
            <a:r>
              <a:rPr lang="en-US" altLang="ko-KR" dirty="0"/>
              <a:t>03.THEME</a:t>
            </a:r>
          </a:p>
          <a:p>
            <a:pPr lvl="0"/>
            <a:r>
              <a:rPr lang="en-US" altLang="ko-KR" dirty="0"/>
              <a:t>04. TEMP</a:t>
            </a:r>
          </a:p>
          <a:p>
            <a:pPr lvl="0"/>
            <a:r>
              <a:rPr lang="en-US" altLang="ko-KR" dirty="0"/>
              <a:t>05. CONTINUE</a:t>
            </a:r>
          </a:p>
          <a:p>
            <a:pPr lvl="0"/>
            <a:r>
              <a:rPr lang="en-US" altLang="ko-KR" dirty="0"/>
              <a:t>06. DESIGN</a:t>
            </a:r>
          </a:p>
          <a:p>
            <a:pPr lvl="0"/>
            <a:r>
              <a:rPr lang="en-US" altLang="ko-KR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3070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7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8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625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12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13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625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625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animClr clrSpc="rgb" dir="cw">
                                      <p:cBhvr>
                                        <p:cTn id="22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A8F"/>
                                      </p:to>
                                    </p:animClr>
                                    <p:set>
                                      <p:cBhvr>
                                        <p:cTn id="23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625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animClr clrSpc="rgb" dir="cw">
                                      <p:cBhvr>
                                        <p:cTn id="27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2985"/>
                                      </p:to>
                                    </p:animClr>
                                    <p:set>
                                      <p:cBhvr>
                                        <p:cTn id="28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625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29" grpId="0" animBg="1"/>
      <p:bldP spid="30" grpId="0" animBg="1"/>
      <p:bldP spid="36" grpId="0" animBg="1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8937" y="1164752"/>
            <a:ext cx="580142" cy="285448"/>
          </a:xfrm>
          <a:solidFill>
            <a:srgbClr val="DF2985"/>
          </a:solidFill>
        </p:spPr>
        <p:txBody>
          <a:bodyPr lIns="108000" tIns="0" rIns="72000" bIns="0"/>
          <a:lstStyle>
            <a:lvl1pPr algn="ctr">
              <a:defRPr sz="1050"/>
            </a:lvl1pPr>
          </a:lstStyle>
          <a:p>
            <a:fld id="{65F3B4B6-8735-410C-A595-1695EF3E24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5550" y="117000"/>
            <a:ext cx="2955750" cy="1152001"/>
          </a:xfrm>
        </p:spPr>
        <p:txBody>
          <a:bodyPr lIns="0" tIns="0" rIns="0" bIns="0">
            <a:noAutofit/>
          </a:bodyPr>
          <a:lstStyle>
            <a:lvl1pPr algn="dist">
              <a:defRPr sz="4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ko-KR" dirty="0"/>
              <a:t>OMOK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75" y="1590676"/>
            <a:ext cx="8595300" cy="5041074"/>
          </a:xfrm>
          <a:prstGeom prst="bracketPair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52325" y="6589800"/>
            <a:ext cx="2651879" cy="144000"/>
          </a:xfrm>
          <a:prstGeom prst="rect">
            <a:avLst/>
          </a:prstGeom>
          <a:noFill/>
          <a:ln>
            <a:solidFill>
              <a:srgbClr val="FFFA8F">
                <a:alpha val="0"/>
              </a:srgbClr>
            </a:solidFill>
          </a:ln>
        </p:spPr>
        <p:txBody>
          <a:bodyPr lIns="72000" tIns="0" rIns="72000" bIns="0"/>
          <a:lstStyle>
            <a:lvl1pPr algn="dist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PROGRAMMING ANCHIWOO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 flipH="1">
            <a:off x="226600" y="1413000"/>
            <a:ext cx="2905400" cy="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 flipH="1">
            <a:off x="226600" y="1413000"/>
            <a:ext cx="601400" cy="0"/>
          </a:xfrm>
          <a:prstGeom prst="line">
            <a:avLst/>
          </a:prstGeom>
          <a:ln w="73025">
            <a:solidFill>
              <a:srgbClr val="DF29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왼쪽 대괄호 27"/>
          <p:cNvSpPr/>
          <p:nvPr userDrawn="1"/>
        </p:nvSpPr>
        <p:spPr>
          <a:xfrm flipH="1">
            <a:off x="8487570" y="1557000"/>
            <a:ext cx="403409" cy="5109114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대괄호 28"/>
          <p:cNvSpPr/>
          <p:nvPr userDrawn="1"/>
        </p:nvSpPr>
        <p:spPr>
          <a:xfrm>
            <a:off x="252000" y="1557000"/>
            <a:ext cx="403409" cy="5109114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3" hasCustomPrompt="1"/>
          </p:nvPr>
        </p:nvSpPr>
        <p:spPr>
          <a:xfrm>
            <a:off x="4286938" y="1162201"/>
            <a:ext cx="4104350" cy="287312"/>
          </a:xfrm>
          <a:prstGeom prst="plus">
            <a:avLst/>
          </a:prstGeom>
          <a:solidFill>
            <a:schemeClr val="bg1"/>
          </a:solidFill>
          <a:ln>
            <a:solidFill>
              <a:schemeClr val="bg1">
                <a:alpha val="0"/>
              </a:schemeClr>
            </a:solidFill>
          </a:ln>
        </p:spPr>
        <p:txBody>
          <a:bodyPr vert="horz" lIns="180000" tIns="0" rIns="180000" bIns="0" rtlCol="0" anchor="ctr">
            <a:normAutofit/>
          </a:bodyPr>
          <a:lstStyle>
            <a:lvl1pPr marL="0" indent="0" algn="ctr">
              <a:buNone/>
              <a:def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lvl="0" algn="dist"/>
            <a:r>
              <a:rPr lang="ko-KR" altLang="en-US" dirty="0"/>
              <a:t>서브타이틀을 입력합니다</a:t>
            </a:r>
          </a:p>
        </p:txBody>
      </p:sp>
      <p:pic>
        <p:nvPicPr>
          <p:cNvPr id="43" name="그림 42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6650900" y="819150"/>
            <a:ext cx="2248179" cy="27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950" y="1569720"/>
            <a:ext cx="8614350" cy="5082986"/>
          </a:xfrm>
          <a:prstGeom prst="bracketPai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21212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8937" y="1164752"/>
            <a:ext cx="580142" cy="285448"/>
          </a:xfrm>
          <a:solidFill>
            <a:srgbClr val="1ABCE2"/>
          </a:solidFill>
        </p:spPr>
        <p:txBody>
          <a:bodyPr lIns="108000" tIns="0" rIns="72000" bIns="0"/>
          <a:lstStyle>
            <a:lvl1pPr algn="ctr">
              <a:defRPr sz="1050"/>
            </a:lvl1pPr>
          </a:lstStyle>
          <a:p>
            <a:fld id="{65F3B4B6-8735-410C-A595-1695EF3E24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5550" y="117000"/>
            <a:ext cx="2955750" cy="1152001"/>
          </a:xfrm>
        </p:spPr>
        <p:txBody>
          <a:bodyPr lIns="0" tIns="0" rIns="0" bIns="0">
            <a:noAutofit/>
          </a:bodyPr>
          <a:lstStyle>
            <a:lvl1pPr algn="dist">
              <a:defRPr sz="4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OMOK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19508" y="6432932"/>
            <a:ext cx="2651879" cy="144000"/>
          </a:xfrm>
          <a:prstGeom prst="rect">
            <a:avLst/>
          </a:prstGeom>
          <a:noFill/>
          <a:ln>
            <a:solidFill>
              <a:srgbClr val="FFFA8F">
                <a:alpha val="0"/>
              </a:srgbClr>
            </a:solidFill>
          </a:ln>
        </p:spPr>
        <p:txBody>
          <a:bodyPr lIns="72000" tIns="0" rIns="72000" bIns="0"/>
          <a:lstStyle>
            <a:lvl1pPr algn="dist">
              <a:defRPr sz="800">
                <a:solidFill>
                  <a:srgbClr val="121212"/>
                </a:solidFill>
              </a:defRPr>
            </a:lvl1pPr>
          </a:lstStyle>
          <a:p>
            <a:r>
              <a:rPr lang="en-US" altLang="ko-KR" dirty="0"/>
              <a:t>PROGRAMMING ANCHIWOO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 flipH="1">
            <a:off x="226600" y="1413000"/>
            <a:ext cx="2905400" cy="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 flipH="1">
            <a:off x="226600" y="1413000"/>
            <a:ext cx="601400" cy="0"/>
          </a:xfrm>
          <a:prstGeom prst="line">
            <a:avLst/>
          </a:prstGeom>
          <a:ln w="73025">
            <a:solidFill>
              <a:srgbClr val="1ABC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왼쪽 대괄호 27"/>
          <p:cNvSpPr/>
          <p:nvPr userDrawn="1"/>
        </p:nvSpPr>
        <p:spPr>
          <a:xfrm flipH="1">
            <a:off x="8487570" y="1557000"/>
            <a:ext cx="403409" cy="5109114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대괄호 28"/>
          <p:cNvSpPr/>
          <p:nvPr userDrawn="1"/>
        </p:nvSpPr>
        <p:spPr>
          <a:xfrm>
            <a:off x="252000" y="1557000"/>
            <a:ext cx="403409" cy="5109114"/>
          </a:xfrm>
          <a:prstGeom prst="leftBracket">
            <a:avLst>
              <a:gd name="adj" fmla="val 0"/>
            </a:avLst>
          </a:prstGeom>
          <a:ln w="476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3" hasCustomPrompt="1"/>
          </p:nvPr>
        </p:nvSpPr>
        <p:spPr>
          <a:xfrm>
            <a:off x="4286938" y="1162201"/>
            <a:ext cx="4104350" cy="287312"/>
          </a:xfrm>
          <a:prstGeom prst="plus">
            <a:avLst/>
          </a:prstGeom>
          <a:solidFill>
            <a:schemeClr val="bg1"/>
          </a:solidFill>
          <a:ln>
            <a:solidFill>
              <a:schemeClr val="bg1">
                <a:alpha val="0"/>
              </a:schemeClr>
            </a:solidFill>
          </a:ln>
        </p:spPr>
        <p:txBody>
          <a:bodyPr vert="horz" lIns="180000" tIns="0" rIns="180000" bIns="0" rtlCol="0" anchor="ctr">
            <a:normAutofit/>
          </a:bodyPr>
          <a:lstStyle>
            <a:lvl1pPr marL="0" indent="0" algn="ctr">
              <a:buNone/>
              <a:def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lvl="0" algn="dist"/>
            <a:r>
              <a:rPr lang="ko-KR" altLang="en-US" dirty="0"/>
              <a:t>서브타이틀을 입력합니다</a:t>
            </a:r>
          </a:p>
        </p:txBody>
      </p:sp>
      <p:pic>
        <p:nvPicPr>
          <p:cNvPr id="43" name="그림 42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6650900" y="819150"/>
            <a:ext cx="2248179" cy="27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9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ko-KR"/>
              <a:t>ADSTORE.TISTORY.COM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 spc="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5F3B4B6-8735-410C-A595-1695EF3E24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95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3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spc="3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3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3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3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3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0kBs4-DNe8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E884542-332E-4CD0-B388-EFD09606E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부제목 7">
            <a:extLst>
              <a:ext uri="{FF2B5EF4-FFF2-40B4-BE49-F238E27FC236}">
                <a16:creationId xmlns:a16="http://schemas.microsoft.com/office/drawing/2014/main" id="{3E4331C0-8715-4B80-814E-55E200F9C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BA65988-EA59-4B70-B699-269DEC458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EA49B4-FC0C-403A-AB73-CBBE05C534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62975" y="1165225"/>
            <a:ext cx="581025" cy="285750"/>
          </a:xfrm>
        </p:spPr>
        <p:txBody>
          <a:bodyPr/>
          <a:lstStyle/>
          <a:p>
            <a:fld id="{65F3B4B6-8735-410C-A595-1695EF3E24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A2E71-497A-489B-A828-F8F1DC9963D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492875" y="6432550"/>
            <a:ext cx="2651125" cy="144463"/>
          </a:xfrm>
        </p:spPr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3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914681A-394C-4922-8D88-ECD8D7BA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5FE5D7B-96DB-4AAB-AC4C-A389755D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4457739-F69B-4F5F-B23F-A3066B49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C7FE63-6B17-41C7-AF37-B0B7FCCD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94FDDED-0897-42FE-B00F-B11AF98A7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게임의 특징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47BBC7-E0DA-46CB-AC48-D8359078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00" y="2806985"/>
            <a:ext cx="2825647" cy="2067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BB4F8-1AC6-4BC7-9127-06F6467F9797}"/>
              </a:ext>
            </a:extLst>
          </p:cNvPr>
          <p:cNvSpPr txBox="1"/>
          <p:nvPr/>
        </p:nvSpPr>
        <p:spPr>
          <a:xfrm>
            <a:off x="3029723" y="1989000"/>
            <a:ext cx="3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회전하는 오목</a:t>
            </a:r>
            <a:endParaRPr lang="en-US" altLang="ko-KR" sz="2800" b="1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03313-8C62-465A-A792-C2F902ADF658}"/>
              </a:ext>
            </a:extLst>
          </p:cNvPr>
          <p:cNvSpPr txBox="1"/>
          <p:nvPr/>
        </p:nvSpPr>
        <p:spPr>
          <a:xfrm>
            <a:off x="2338125" y="5169682"/>
            <a:ext cx="44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3*3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크기의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4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개의 판으로 진행한다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algn="ctr"/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회전에 따라 판의 모양이 달라진다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68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5203EA6-66F6-4173-8A42-3B361CED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ko-KR" altLang="en-US" sz="1800" dirty="0"/>
              <a:t>방향키로 오목을 놓을 위치를 정하고 </a:t>
            </a:r>
            <a:r>
              <a:rPr lang="en-US" altLang="ko-KR" sz="1800" dirty="0"/>
              <a:t>ENTER</a:t>
            </a:r>
            <a:r>
              <a:rPr lang="ko-KR" altLang="en-US" sz="1800" dirty="0"/>
              <a:t>키를 눌러 돌을 놓는다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1-1 </a:t>
            </a:r>
            <a:r>
              <a:rPr lang="ko-KR" altLang="en-US" sz="1800" dirty="0"/>
              <a:t>승리조건을 만족시키면 승리</a:t>
            </a:r>
            <a:endParaRPr lang="en-US" altLang="ko-KR" sz="1800" dirty="0"/>
          </a:p>
          <a:p>
            <a:r>
              <a:rPr lang="en-US" altLang="ko-KR" sz="1800" dirty="0"/>
              <a:t>2. </a:t>
            </a:r>
            <a:r>
              <a:rPr lang="ko-KR" altLang="en-US" sz="1800" dirty="0"/>
              <a:t>방향키로 회전시킬 판을 정하고 </a:t>
            </a:r>
            <a:r>
              <a:rPr lang="en-US" altLang="ko-KR" sz="1800" dirty="0"/>
              <a:t>ENTER</a:t>
            </a:r>
            <a:r>
              <a:rPr lang="ko-KR" altLang="en-US" sz="1800" dirty="0"/>
              <a:t>키를 눌러 선택한다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3. </a:t>
            </a:r>
            <a:r>
              <a:rPr lang="ko-KR" altLang="en-US" sz="1800" dirty="0"/>
              <a:t>방향 좌우키로 회전 시킬 방향을 고르고 </a:t>
            </a:r>
            <a:r>
              <a:rPr lang="en-US" altLang="ko-KR" sz="1800" dirty="0"/>
              <a:t>ENTER</a:t>
            </a:r>
            <a:r>
              <a:rPr lang="ko-KR" altLang="en-US" sz="1800" dirty="0"/>
              <a:t>키를 눌러 </a:t>
            </a:r>
            <a:r>
              <a:rPr lang="ko-KR" altLang="en-US" sz="1800" dirty="0" err="1"/>
              <a:t>확정시킨다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3-3 </a:t>
            </a:r>
            <a:r>
              <a:rPr lang="ko-KR" altLang="en-US" sz="1800" dirty="0"/>
              <a:t>승리조건을 만족시키면 승리</a:t>
            </a:r>
            <a:endParaRPr lang="en-US" altLang="ko-KR" sz="1800" dirty="0"/>
          </a:p>
          <a:p>
            <a:r>
              <a:rPr lang="en-US" altLang="ko-KR" sz="1800" dirty="0"/>
              <a:t>4. </a:t>
            </a:r>
            <a:r>
              <a:rPr lang="ko-KR" altLang="en-US" sz="1800" dirty="0"/>
              <a:t>턴이 넘어간다</a:t>
            </a:r>
            <a:r>
              <a:rPr lang="en-US" altLang="ko-KR" sz="1800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F2DC4D-EFF3-4A5F-93E7-467363B6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FFF2F8-3175-43E1-85CD-ECBD977C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4455E6-107E-405F-8F2A-03801862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521DC7-08DC-4112-8F4F-A3FF87490B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게임 방법</a:t>
            </a:r>
          </a:p>
        </p:txBody>
      </p:sp>
    </p:spTree>
    <p:extLst>
      <p:ext uri="{BB962C8B-B14F-4D97-AF65-F5344CB8AC3E}">
        <p14:creationId xmlns:p14="http://schemas.microsoft.com/office/powerpoint/2010/main" val="38923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937F2A0-2F5D-493E-B305-2876EE025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093213-0BA7-4EA2-B9AF-E95A112C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89E327A-8F93-48B4-B70D-91B1014C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523895-2FC8-4E85-9B1C-AAF93E77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F58941B-AFE7-4C0C-9CA3-52FCE6428B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프로그램 구성 </a:t>
            </a:r>
            <a:r>
              <a:rPr lang="en-US" altLang="ko-KR" dirty="0"/>
              <a:t>- </a:t>
            </a:r>
            <a:r>
              <a:rPr lang="ko-KR" altLang="en-US" dirty="0" err="1"/>
              <a:t>메인화면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3D7247-446E-4186-A8DB-D0AC94EC5AA0}"/>
              </a:ext>
            </a:extLst>
          </p:cNvPr>
          <p:cNvSpPr/>
          <p:nvPr/>
        </p:nvSpPr>
        <p:spPr>
          <a:xfrm>
            <a:off x="2878125" y="2023213"/>
            <a:ext cx="3384000" cy="20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56795-AA9D-4649-A1E8-89AF9C0AADC6}"/>
              </a:ext>
            </a:extLst>
          </p:cNvPr>
          <p:cNvSpPr txBox="1"/>
          <p:nvPr/>
        </p:nvSpPr>
        <p:spPr>
          <a:xfrm>
            <a:off x="3562125" y="2205000"/>
            <a:ext cx="201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오 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183F7-A341-4D56-9235-C04D8B838E51}"/>
              </a:ext>
            </a:extLst>
          </p:cNvPr>
          <p:cNvSpPr txBox="1"/>
          <p:nvPr/>
        </p:nvSpPr>
        <p:spPr>
          <a:xfrm>
            <a:off x="3886125" y="3365859"/>
            <a:ext cx="13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</a:t>
            </a:r>
            <a:r>
              <a:rPr lang="ko-KR" altLang="en-US" sz="1400" dirty="0"/>
              <a:t>게임 시작</a:t>
            </a:r>
            <a:r>
              <a:rPr lang="en-US" altLang="ko-KR" sz="1400" dirty="0"/>
              <a:t>-</a:t>
            </a:r>
          </a:p>
          <a:p>
            <a:pPr algn="ctr"/>
            <a:r>
              <a:rPr lang="en-US" altLang="ko-KR" sz="1400" dirty="0"/>
              <a:t>-</a:t>
            </a:r>
            <a:r>
              <a:rPr lang="ko-KR" altLang="en-US" sz="1400" dirty="0"/>
              <a:t>종료</a:t>
            </a:r>
            <a:r>
              <a:rPr lang="en-US" altLang="ko-KR" sz="1400" dirty="0"/>
              <a:t>-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482170-B200-48E0-A4D1-6F0D1D0FB986}"/>
              </a:ext>
            </a:extLst>
          </p:cNvPr>
          <p:cNvSpPr txBox="1"/>
          <p:nvPr/>
        </p:nvSpPr>
        <p:spPr>
          <a:xfrm>
            <a:off x="9396000" y="3645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FD9775-B3DE-44C3-9286-78ED05DA62AD}"/>
              </a:ext>
            </a:extLst>
          </p:cNvPr>
          <p:cNvSpPr txBox="1"/>
          <p:nvPr/>
        </p:nvSpPr>
        <p:spPr>
          <a:xfrm>
            <a:off x="2878125" y="4437000"/>
            <a:ext cx="338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j-lt"/>
              </a:rPr>
              <a:t>메인 화면 </a:t>
            </a:r>
            <a:r>
              <a:rPr lang="en-US" altLang="ko-KR" dirty="0">
                <a:latin typeface="+mj-lt"/>
              </a:rPr>
              <a:t>UI</a:t>
            </a:r>
          </a:p>
          <a:p>
            <a:pPr algn="ctr"/>
            <a:r>
              <a:rPr lang="en-US" altLang="ko-KR" sz="1200" dirty="0" err="1"/>
              <a:t>Printf</a:t>
            </a:r>
            <a:r>
              <a:rPr lang="ko-KR" altLang="en-US" sz="1200" dirty="0"/>
              <a:t>로 출력</a:t>
            </a:r>
            <a:endParaRPr lang="en-US" altLang="ko-KR" sz="1200" dirty="0"/>
          </a:p>
          <a:p>
            <a:pPr algn="ctr"/>
            <a:r>
              <a:rPr lang="ko-KR" altLang="en-US" dirty="0">
                <a:latin typeface="+mj-lt"/>
              </a:rPr>
              <a:t>커서 이동으로 게임 </a:t>
            </a:r>
            <a:r>
              <a:rPr lang="ko-KR" altLang="en-US" dirty="0" err="1">
                <a:latin typeface="+mj-lt"/>
              </a:rPr>
              <a:t>시작ㅡ</a:t>
            </a:r>
            <a:r>
              <a:rPr lang="ko-KR" altLang="en-US" dirty="0">
                <a:latin typeface="+mj-lt"/>
              </a:rPr>
              <a:t> 종료 선택</a:t>
            </a:r>
            <a:endParaRPr lang="en-US" altLang="ko-KR" dirty="0">
              <a:latin typeface="+mj-lt"/>
            </a:endParaRPr>
          </a:p>
          <a:p>
            <a:pPr algn="ctr"/>
            <a:r>
              <a:rPr lang="ko-KR" altLang="en-US" sz="1200" dirty="0"/>
              <a:t>방향 상하키를 사용한 커서 이동</a:t>
            </a:r>
            <a:endParaRPr lang="en-US" altLang="ko-KR" sz="1200" dirty="0"/>
          </a:p>
          <a:p>
            <a:pPr algn="ctr"/>
            <a:r>
              <a:rPr lang="en-US" altLang="ko-KR" sz="1200" dirty="0"/>
              <a:t>ENTER</a:t>
            </a:r>
            <a:r>
              <a:rPr lang="ko-KR" altLang="en-US" sz="1200" dirty="0"/>
              <a:t>키를 이용한 선택</a:t>
            </a:r>
            <a:endParaRPr lang="en-US" altLang="ko-KR" sz="1200" dirty="0"/>
          </a:p>
          <a:p>
            <a:pPr algn="ctr"/>
            <a:endParaRPr lang="ko-KR" altLang="en-US" dirty="0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9A814363-AE9A-481C-B4DD-11A27777C980}"/>
              </a:ext>
            </a:extLst>
          </p:cNvPr>
          <p:cNvSpPr/>
          <p:nvPr/>
        </p:nvSpPr>
        <p:spPr>
          <a:xfrm rot="19800000">
            <a:off x="3904976" y="3455879"/>
            <a:ext cx="137605" cy="11227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1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A991AF-DCAE-4BFF-8A2A-6E0C0FD27890}"/>
              </a:ext>
            </a:extLst>
          </p:cNvPr>
          <p:cNvSpPr/>
          <p:nvPr/>
        </p:nvSpPr>
        <p:spPr>
          <a:xfrm>
            <a:off x="255028" y="1557000"/>
            <a:ext cx="8663529" cy="5073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093213-0BA7-4EA2-B9AF-E95A112C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89E327A-8F93-48B4-B70D-91B1014C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523895-2FC8-4E85-9B1C-AAF93E77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F58941B-AFE7-4C0C-9CA3-52FCE6428B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프로그램 구성 </a:t>
            </a:r>
            <a:r>
              <a:rPr lang="en-US" altLang="ko-KR" dirty="0"/>
              <a:t>– </a:t>
            </a:r>
            <a:r>
              <a:rPr lang="ko-KR" altLang="en-US" dirty="0"/>
              <a:t>게임 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3D7247-446E-4186-A8DB-D0AC94EC5AA0}"/>
              </a:ext>
            </a:extLst>
          </p:cNvPr>
          <p:cNvSpPr/>
          <p:nvPr/>
        </p:nvSpPr>
        <p:spPr>
          <a:xfrm>
            <a:off x="2878125" y="2023213"/>
            <a:ext cx="3384000" cy="20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848E76-D032-4E3F-BA61-3D53CE419312}"/>
              </a:ext>
            </a:extLst>
          </p:cNvPr>
          <p:cNvSpPr/>
          <p:nvPr/>
        </p:nvSpPr>
        <p:spPr>
          <a:xfrm>
            <a:off x="4419667" y="2421000"/>
            <a:ext cx="1368000" cy="136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8EC0C4-C221-4688-A702-0AD5824CC268}"/>
              </a:ext>
            </a:extLst>
          </p:cNvPr>
          <p:cNvSpPr/>
          <p:nvPr/>
        </p:nvSpPr>
        <p:spPr>
          <a:xfrm>
            <a:off x="3154407" y="2421000"/>
            <a:ext cx="856249" cy="136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08E99-0632-4B30-AD9D-07D7AA5608E4}"/>
              </a:ext>
            </a:extLst>
          </p:cNvPr>
          <p:cNvSpPr txBox="1"/>
          <p:nvPr/>
        </p:nvSpPr>
        <p:spPr>
          <a:xfrm>
            <a:off x="3258411" y="2037441"/>
            <a:ext cx="6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LOG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670CD-107A-4507-8923-46CB517AC3D6}"/>
              </a:ext>
            </a:extLst>
          </p:cNvPr>
          <p:cNvSpPr txBox="1"/>
          <p:nvPr/>
        </p:nvSpPr>
        <p:spPr>
          <a:xfrm>
            <a:off x="4545737" y="2023213"/>
            <a:ext cx="107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 Turn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3C38CA-ACA1-4871-AB62-5F2A592D3CA8}"/>
              </a:ext>
            </a:extLst>
          </p:cNvPr>
          <p:cNvSpPr txBox="1"/>
          <p:nvPr/>
        </p:nvSpPr>
        <p:spPr>
          <a:xfrm>
            <a:off x="126551" y="2637000"/>
            <a:ext cx="2685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‘</a:t>
            </a:r>
            <a:r>
              <a:rPr lang="ko-KR" altLang="en-US" sz="1100" dirty="0"/>
              <a:t>흑</a:t>
            </a:r>
            <a:r>
              <a:rPr lang="en-US" altLang="ko-KR" sz="1100" dirty="0"/>
              <a:t>’</a:t>
            </a:r>
            <a:r>
              <a:rPr lang="ko-KR" altLang="en-US" sz="1100" dirty="0"/>
              <a:t>이 </a:t>
            </a:r>
            <a:r>
              <a:rPr lang="en-US" altLang="ko-KR" sz="1100" dirty="0"/>
              <a:t>‘(0,0)’</a:t>
            </a:r>
            <a:r>
              <a:rPr lang="ko-KR" altLang="en-US" sz="1100" dirty="0"/>
              <a:t>에 놓고 </a:t>
            </a:r>
            <a:r>
              <a:rPr lang="en-US" altLang="ko-KR" sz="1100" dirty="0"/>
              <a:t>‘1’</a:t>
            </a:r>
            <a:r>
              <a:rPr lang="ko-KR" altLang="en-US" sz="1100" dirty="0" err="1"/>
              <a:t>번판을</a:t>
            </a:r>
            <a:r>
              <a:rPr lang="ko-KR" altLang="en-US" sz="1100" dirty="0"/>
              <a:t> </a:t>
            </a:r>
            <a:r>
              <a:rPr lang="en-US" altLang="ko-KR" sz="1100" dirty="0"/>
              <a:t>‘</a:t>
            </a:r>
            <a:r>
              <a:rPr lang="ko-KR" altLang="en-US" sz="1100" dirty="0"/>
              <a:t>좌</a:t>
            </a:r>
            <a:r>
              <a:rPr lang="en-US" altLang="ko-KR" sz="1100" dirty="0"/>
              <a:t>’</a:t>
            </a:r>
            <a:r>
              <a:rPr lang="ko-KR" altLang="en-US" sz="1100" dirty="0"/>
              <a:t>로 회전</a:t>
            </a:r>
            <a:endParaRPr lang="en-US" altLang="ko-KR" sz="1100" dirty="0"/>
          </a:p>
          <a:p>
            <a:pPr algn="ctr"/>
            <a:r>
              <a:rPr lang="en-US" altLang="ko-KR" sz="1100" dirty="0"/>
              <a:t>‘</a:t>
            </a:r>
            <a:r>
              <a:rPr lang="ko-KR" altLang="en-US" sz="1100" dirty="0"/>
              <a:t>백</a:t>
            </a:r>
            <a:r>
              <a:rPr lang="en-US" altLang="ko-KR" sz="1100" dirty="0"/>
              <a:t>’</a:t>
            </a:r>
            <a:r>
              <a:rPr lang="ko-KR" altLang="en-US" sz="1100" dirty="0"/>
              <a:t>이 </a:t>
            </a:r>
            <a:r>
              <a:rPr lang="en-US" altLang="ko-KR" sz="1100" dirty="0"/>
              <a:t>‘(2,0)’</a:t>
            </a:r>
            <a:r>
              <a:rPr lang="ko-KR" altLang="en-US" sz="1100" dirty="0"/>
              <a:t>에 놓고 </a:t>
            </a:r>
            <a:r>
              <a:rPr lang="en-US" altLang="ko-KR" sz="1100" dirty="0"/>
              <a:t>‘3’</a:t>
            </a:r>
            <a:r>
              <a:rPr lang="ko-KR" altLang="en-US" sz="1100" dirty="0" err="1"/>
              <a:t>번판을</a:t>
            </a:r>
            <a:r>
              <a:rPr lang="ko-KR" altLang="en-US" sz="1100" dirty="0"/>
              <a:t> </a:t>
            </a:r>
            <a:r>
              <a:rPr lang="en-US" altLang="ko-KR" sz="1100" dirty="0"/>
              <a:t>‘</a:t>
            </a:r>
            <a:r>
              <a:rPr lang="ko-KR" altLang="en-US" sz="1100" dirty="0"/>
              <a:t>우</a:t>
            </a:r>
            <a:r>
              <a:rPr lang="en-US" altLang="ko-KR" sz="1100" dirty="0"/>
              <a:t>’</a:t>
            </a:r>
            <a:r>
              <a:rPr lang="ko-KR" altLang="en-US" sz="1100" dirty="0"/>
              <a:t>로 회전</a:t>
            </a:r>
            <a:endParaRPr lang="en-US" altLang="ko-KR" sz="1100" dirty="0"/>
          </a:p>
          <a:p>
            <a:pPr algn="ctr"/>
            <a:r>
              <a:rPr lang="en-US" altLang="ko-KR" sz="1100" dirty="0"/>
              <a:t>…</a:t>
            </a:r>
            <a:endParaRPr lang="ko-KR" altLang="en-US" sz="1100" dirty="0"/>
          </a:p>
          <a:p>
            <a:pPr algn="ctr"/>
            <a:endParaRPr lang="ko-KR" altLang="en-US" sz="1100" dirty="0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C65AC1F3-07BC-4A7D-A4AF-D91A3DB498EB}"/>
              </a:ext>
            </a:extLst>
          </p:cNvPr>
          <p:cNvCxnSpPr>
            <a:cxnSpLocks/>
          </p:cNvCxnSpPr>
          <p:nvPr/>
        </p:nvCxnSpPr>
        <p:spPr>
          <a:xfrm>
            <a:off x="2612600" y="2860266"/>
            <a:ext cx="807400" cy="56873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내용 개체 틀 19">
            <a:extLst>
              <a:ext uri="{FF2B5EF4-FFF2-40B4-BE49-F238E27FC236}">
                <a16:creationId xmlns:a16="http://schemas.microsoft.com/office/drawing/2014/main" id="{8B6193BD-7EC4-4AAA-A0F6-294B60E4D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065654"/>
              </p:ext>
            </p:extLst>
          </p:nvPr>
        </p:nvGraphicFramePr>
        <p:xfrm>
          <a:off x="6527650" y="1982123"/>
          <a:ext cx="2192400" cy="219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400">
                  <a:extLst>
                    <a:ext uri="{9D8B030D-6E8A-4147-A177-3AD203B41FA5}">
                      <a16:colId xmlns:a16="http://schemas.microsoft.com/office/drawing/2014/main" val="3364997346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647975827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1240191311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2139992178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1571202551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839063906"/>
                    </a:ext>
                  </a:extLst>
                </a:gridCol>
              </a:tblGrid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980967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666551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61136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231739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45207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874259"/>
                  </a:ext>
                </a:extLst>
              </a:tr>
            </a:tbl>
          </a:graphicData>
        </a:graphic>
      </p:graphicFrame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E60B2A5-C04C-47AC-8A1D-2C76AC709C21}"/>
              </a:ext>
            </a:extLst>
          </p:cNvPr>
          <p:cNvCxnSpPr/>
          <p:nvPr/>
        </p:nvCxnSpPr>
        <p:spPr>
          <a:xfrm rot="10800000" flipV="1">
            <a:off x="5455412" y="2536266"/>
            <a:ext cx="1008000" cy="56873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88DC62FB-B016-4425-9221-B4B8B54C6FE8}"/>
              </a:ext>
            </a:extLst>
          </p:cNvPr>
          <p:cNvSpPr/>
          <p:nvPr/>
        </p:nvSpPr>
        <p:spPr>
          <a:xfrm>
            <a:off x="6948000" y="2421000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A6118E3-F9AC-46EE-86E4-53949A26401A}"/>
              </a:ext>
            </a:extLst>
          </p:cNvPr>
          <p:cNvSpPr/>
          <p:nvPr/>
        </p:nvSpPr>
        <p:spPr>
          <a:xfrm>
            <a:off x="7668000" y="2788875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D1AA7C5-A481-4D6B-B2B0-4160AE0E941F}"/>
              </a:ext>
            </a:extLst>
          </p:cNvPr>
          <p:cNvSpPr/>
          <p:nvPr/>
        </p:nvSpPr>
        <p:spPr>
          <a:xfrm>
            <a:off x="7306522" y="3511967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91E289E-CCAA-43BE-A46B-3EC931CF4566}"/>
              </a:ext>
            </a:extLst>
          </p:cNvPr>
          <p:cNvSpPr/>
          <p:nvPr/>
        </p:nvSpPr>
        <p:spPr>
          <a:xfrm>
            <a:off x="8052061" y="2408510"/>
            <a:ext cx="259265" cy="2592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5797B16-6C19-4AA6-A39A-0666BD82509B}"/>
              </a:ext>
            </a:extLst>
          </p:cNvPr>
          <p:cNvSpPr/>
          <p:nvPr/>
        </p:nvSpPr>
        <p:spPr>
          <a:xfrm>
            <a:off x="6948000" y="3120803"/>
            <a:ext cx="259265" cy="2592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9" name="내용 개체 틀 19">
            <a:extLst>
              <a:ext uri="{FF2B5EF4-FFF2-40B4-BE49-F238E27FC236}">
                <a16:creationId xmlns:a16="http://schemas.microsoft.com/office/drawing/2014/main" id="{CDE308E9-0B33-498D-B565-2B15DEDDE8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8065654"/>
              </p:ext>
            </p:extLst>
          </p:nvPr>
        </p:nvGraphicFramePr>
        <p:xfrm>
          <a:off x="6527650" y="4189154"/>
          <a:ext cx="2192400" cy="219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400">
                  <a:extLst>
                    <a:ext uri="{9D8B030D-6E8A-4147-A177-3AD203B41FA5}">
                      <a16:colId xmlns:a16="http://schemas.microsoft.com/office/drawing/2014/main" val="3364997346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647975827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1240191311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2139992178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1571202551"/>
                    </a:ext>
                  </a:extLst>
                </a:gridCol>
                <a:gridCol w="365400">
                  <a:extLst>
                    <a:ext uri="{9D8B030D-6E8A-4147-A177-3AD203B41FA5}">
                      <a16:colId xmlns:a16="http://schemas.microsoft.com/office/drawing/2014/main" val="839063906"/>
                    </a:ext>
                  </a:extLst>
                </a:gridCol>
              </a:tblGrid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980967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666551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61136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231739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45207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91229" marR="91229" marT="45615" marB="4561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229" marR="91229" marT="45615" marB="456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874259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E0D3D3A8-DD5C-4A88-8E05-538E2A03AC65}"/>
              </a:ext>
            </a:extLst>
          </p:cNvPr>
          <p:cNvSpPr/>
          <p:nvPr/>
        </p:nvSpPr>
        <p:spPr>
          <a:xfrm>
            <a:off x="6948000" y="4628031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6F68941-F273-4EBD-8796-F749BEC15BC3}"/>
              </a:ext>
            </a:extLst>
          </p:cNvPr>
          <p:cNvSpPr/>
          <p:nvPr/>
        </p:nvSpPr>
        <p:spPr>
          <a:xfrm>
            <a:off x="7668000" y="4995906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DAC129F-C152-4A63-A01A-DDA19C8CEC4E}"/>
              </a:ext>
            </a:extLst>
          </p:cNvPr>
          <p:cNvSpPr/>
          <p:nvPr/>
        </p:nvSpPr>
        <p:spPr>
          <a:xfrm>
            <a:off x="6948000" y="6066180"/>
            <a:ext cx="259265" cy="2592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6377632-2BEA-41CF-89D2-A1D8416D8D0B}"/>
              </a:ext>
            </a:extLst>
          </p:cNvPr>
          <p:cNvSpPr/>
          <p:nvPr/>
        </p:nvSpPr>
        <p:spPr>
          <a:xfrm>
            <a:off x="8052061" y="4615541"/>
            <a:ext cx="259265" cy="2592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09C14EA-D25D-49A9-A657-0B214D28450B}"/>
              </a:ext>
            </a:extLst>
          </p:cNvPr>
          <p:cNvSpPr/>
          <p:nvPr/>
        </p:nvSpPr>
        <p:spPr>
          <a:xfrm>
            <a:off x="7306522" y="5705267"/>
            <a:ext cx="259265" cy="2592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아래쪽 44">
            <a:extLst>
              <a:ext uri="{FF2B5EF4-FFF2-40B4-BE49-F238E27FC236}">
                <a16:creationId xmlns:a16="http://schemas.microsoft.com/office/drawing/2014/main" id="{607253EB-1EA7-478E-B329-E9D0F4219E90}"/>
              </a:ext>
            </a:extLst>
          </p:cNvPr>
          <p:cNvSpPr/>
          <p:nvPr/>
        </p:nvSpPr>
        <p:spPr>
          <a:xfrm>
            <a:off x="7390702" y="3855054"/>
            <a:ext cx="460735" cy="76703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6089EA-4975-494F-9A9F-45E6D483DAC7}"/>
              </a:ext>
            </a:extLst>
          </p:cNvPr>
          <p:cNvSpPr txBox="1"/>
          <p:nvPr/>
        </p:nvSpPr>
        <p:spPr>
          <a:xfrm>
            <a:off x="3788216" y="3756108"/>
            <a:ext cx="15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 WIN!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22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5203EA6-66F6-4173-8A42-3B361CED5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950" y="1569720"/>
            <a:ext cx="8614350" cy="508298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AutoNum type="arabicPeriod"/>
            </a:pPr>
            <a:r>
              <a:rPr lang="ko-KR" altLang="en-US" sz="1800" dirty="0">
                <a:latin typeface="+mj-ea"/>
                <a:ea typeface="+mj-ea"/>
              </a:rPr>
              <a:t>방향키로 오목을 놓을 위치를 정하고 </a:t>
            </a:r>
            <a:r>
              <a:rPr lang="en-US" altLang="ko-KR" sz="1800" dirty="0">
                <a:latin typeface="+mj-ea"/>
                <a:ea typeface="+mj-ea"/>
              </a:rPr>
              <a:t>ENTER</a:t>
            </a:r>
            <a:r>
              <a:rPr lang="ko-KR" altLang="en-US" sz="1800" dirty="0">
                <a:latin typeface="+mj-ea"/>
                <a:ea typeface="+mj-ea"/>
              </a:rPr>
              <a:t>키를 눌러 돌을 놓는다</a:t>
            </a:r>
            <a:r>
              <a:rPr lang="en-US" altLang="ko-KR" sz="1800" dirty="0">
                <a:latin typeface="+mj-ea"/>
                <a:ea typeface="+mj-ea"/>
              </a:rPr>
              <a:t>.</a:t>
            </a:r>
          </a:p>
          <a:p>
            <a:r>
              <a:rPr lang="ko-KR" altLang="en-US" sz="1200" dirty="0"/>
              <a:t>방향키를 활용한 커서 이동</a:t>
            </a:r>
            <a:r>
              <a:rPr lang="en-US" altLang="ko-KR" sz="1200" dirty="0"/>
              <a:t>, </a:t>
            </a:r>
            <a:r>
              <a:rPr lang="ko-KR" altLang="en-US" sz="1200" dirty="0"/>
              <a:t>현재 위치 강조</a:t>
            </a:r>
            <a:r>
              <a:rPr lang="en-US" altLang="ko-KR" sz="1200" dirty="0"/>
              <a:t>, </a:t>
            </a:r>
            <a:r>
              <a:rPr lang="ko-KR" altLang="en-US" sz="1200" dirty="0"/>
              <a:t>오목판 안에서만 움직임 허용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ENTER</a:t>
            </a:r>
            <a:r>
              <a:rPr lang="ko-KR" altLang="en-US" sz="1200" dirty="0"/>
              <a:t>키를 이용한 배열 수정</a:t>
            </a:r>
            <a:r>
              <a:rPr lang="en-US" altLang="ko-KR" sz="1200" dirty="0"/>
              <a:t>(0,1,2), </a:t>
            </a:r>
            <a:r>
              <a:rPr lang="ko-KR" altLang="en-US" sz="1200" dirty="0"/>
              <a:t>배열 상태를 활용하여 </a:t>
            </a:r>
            <a:r>
              <a:rPr lang="en-US" altLang="ko-KR" sz="1200" dirty="0"/>
              <a:t>0</a:t>
            </a:r>
            <a:r>
              <a:rPr lang="ko-KR" altLang="en-US" sz="1200" dirty="0"/>
              <a:t>일 경우에만 허용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배치 후 오목판 출력</a:t>
            </a:r>
            <a:endParaRPr lang="en-US" altLang="ko-KR" sz="1200" dirty="0"/>
          </a:p>
          <a:p>
            <a:r>
              <a:rPr lang="en-US" altLang="ko-KR" sz="1800" dirty="0">
                <a:latin typeface="+mj-ea"/>
                <a:ea typeface="+mj-ea"/>
              </a:rPr>
              <a:t>1-1 </a:t>
            </a:r>
            <a:r>
              <a:rPr lang="ko-KR" altLang="en-US" sz="1800" dirty="0">
                <a:latin typeface="+mj-ea"/>
                <a:ea typeface="+mj-ea"/>
              </a:rPr>
              <a:t>승리조건을 만족시키면 승리</a:t>
            </a:r>
            <a:endParaRPr lang="en-US" altLang="ko-KR" sz="1800" dirty="0">
              <a:latin typeface="+mj-ea"/>
              <a:ea typeface="+mj-ea"/>
            </a:endParaRPr>
          </a:p>
          <a:p>
            <a:r>
              <a:rPr lang="ko-KR" altLang="en-US" sz="1200" dirty="0"/>
              <a:t>배열을 확인하여 각방향으로 몇 개가 일렬로 </a:t>
            </a:r>
            <a:r>
              <a:rPr lang="ko-KR" altLang="en-US" sz="1200" dirty="0" err="1"/>
              <a:t>놓아져있는지</a:t>
            </a:r>
            <a:r>
              <a:rPr lang="ko-KR" altLang="en-US" sz="1200" dirty="0"/>
              <a:t> 검색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5</a:t>
            </a:r>
            <a:r>
              <a:rPr lang="ko-KR" altLang="en-US" sz="1200" dirty="0"/>
              <a:t>개가 놓아져 있을 경우 </a:t>
            </a:r>
            <a:r>
              <a:rPr lang="en-US" altLang="ko-KR" sz="1200" dirty="0"/>
              <a:t>WIN </a:t>
            </a:r>
            <a:r>
              <a:rPr lang="ko-KR" altLang="en-US" sz="1200" dirty="0"/>
              <a:t>출력</a:t>
            </a:r>
            <a:endParaRPr lang="en-US" altLang="ko-KR" sz="1200" dirty="0"/>
          </a:p>
          <a:p>
            <a:r>
              <a:rPr lang="ko-KR" altLang="en-US" sz="1200" dirty="0"/>
              <a:t>일정시간 대기후 메인 화면으로 이동</a:t>
            </a:r>
            <a:endParaRPr lang="en-US" altLang="ko-KR" sz="1200" dirty="0"/>
          </a:p>
          <a:p>
            <a:r>
              <a:rPr lang="en-US" altLang="ko-KR" sz="1800" dirty="0">
                <a:latin typeface="+mj-ea"/>
                <a:ea typeface="+mj-ea"/>
              </a:rPr>
              <a:t>2. </a:t>
            </a:r>
            <a:r>
              <a:rPr lang="ko-KR" altLang="en-US" sz="1800" dirty="0">
                <a:latin typeface="+mj-ea"/>
                <a:ea typeface="+mj-ea"/>
              </a:rPr>
              <a:t>방향키로 회전시킬 판을 정하고 </a:t>
            </a:r>
            <a:r>
              <a:rPr lang="en-US" altLang="ko-KR" sz="1800" dirty="0">
                <a:latin typeface="+mj-ea"/>
                <a:ea typeface="+mj-ea"/>
              </a:rPr>
              <a:t>ENTER</a:t>
            </a:r>
            <a:r>
              <a:rPr lang="ko-KR" altLang="en-US" sz="1800" dirty="0">
                <a:latin typeface="+mj-ea"/>
                <a:ea typeface="+mj-ea"/>
              </a:rPr>
              <a:t>키를 눌러 선택한다</a:t>
            </a:r>
            <a:r>
              <a:rPr lang="en-US" altLang="ko-KR" sz="1800" dirty="0">
                <a:latin typeface="+mj-ea"/>
                <a:ea typeface="+mj-ea"/>
              </a:rPr>
              <a:t>.</a:t>
            </a:r>
          </a:p>
          <a:p>
            <a:r>
              <a:rPr lang="ko-KR" altLang="en-US" sz="1200" dirty="0"/>
              <a:t>방향키를 활용한 커서 이동</a:t>
            </a:r>
            <a:r>
              <a:rPr lang="en-US" altLang="ko-KR" sz="1200" dirty="0"/>
              <a:t>, </a:t>
            </a:r>
            <a:r>
              <a:rPr lang="ko-KR" altLang="en-US" sz="1200" dirty="0"/>
              <a:t>현재 판 강조</a:t>
            </a:r>
            <a:r>
              <a:rPr lang="en-US" altLang="ko-KR" sz="1200" dirty="0"/>
              <a:t>, </a:t>
            </a:r>
            <a:r>
              <a:rPr lang="ko-KR" altLang="en-US" sz="1200" dirty="0"/>
              <a:t>판 간의 이동만 허용</a:t>
            </a:r>
            <a:endParaRPr lang="en-US" altLang="ko-KR" sz="1200" dirty="0"/>
          </a:p>
          <a:p>
            <a:r>
              <a:rPr lang="en-US" altLang="ko-KR" sz="1200" dirty="0"/>
              <a:t>ENTER</a:t>
            </a:r>
            <a:r>
              <a:rPr lang="ko-KR" altLang="en-US" sz="1200" dirty="0"/>
              <a:t>키를 활용하여 판 선택</a:t>
            </a:r>
            <a:r>
              <a:rPr lang="en-US" altLang="ko-KR" sz="1200" dirty="0"/>
              <a:t>, ESC</a:t>
            </a:r>
            <a:r>
              <a:rPr lang="ko-KR" altLang="en-US" sz="1200" dirty="0"/>
              <a:t>를 활용하여 취소</a:t>
            </a:r>
            <a:endParaRPr lang="en-US" altLang="ko-KR" sz="1200" dirty="0"/>
          </a:p>
          <a:p>
            <a:r>
              <a:rPr lang="en-US" altLang="ko-KR" sz="1800" dirty="0">
                <a:latin typeface="+mj-ea"/>
                <a:ea typeface="+mj-ea"/>
              </a:rPr>
              <a:t>3. </a:t>
            </a:r>
            <a:r>
              <a:rPr lang="ko-KR" altLang="en-US" sz="1800" dirty="0">
                <a:latin typeface="+mj-ea"/>
                <a:ea typeface="+mj-ea"/>
              </a:rPr>
              <a:t>방향 좌우키로 회전 시킬 방향을 고르고 </a:t>
            </a:r>
            <a:r>
              <a:rPr lang="en-US" altLang="ko-KR" sz="1800" dirty="0">
                <a:latin typeface="+mj-ea"/>
                <a:ea typeface="+mj-ea"/>
              </a:rPr>
              <a:t>ENTER</a:t>
            </a:r>
            <a:r>
              <a:rPr lang="ko-KR" altLang="en-US" sz="1800" dirty="0">
                <a:latin typeface="+mj-ea"/>
                <a:ea typeface="+mj-ea"/>
              </a:rPr>
              <a:t>키를 눌러 </a:t>
            </a:r>
            <a:r>
              <a:rPr lang="ko-KR" altLang="en-US" sz="1800" dirty="0" err="1">
                <a:latin typeface="+mj-ea"/>
                <a:ea typeface="+mj-ea"/>
              </a:rPr>
              <a:t>확정시킨다</a:t>
            </a:r>
            <a:r>
              <a:rPr lang="en-US" altLang="ko-KR" sz="1800" dirty="0">
                <a:latin typeface="+mj-ea"/>
                <a:ea typeface="+mj-ea"/>
              </a:rPr>
              <a:t>.</a:t>
            </a:r>
          </a:p>
          <a:p>
            <a:r>
              <a:rPr lang="ko-KR" altLang="en-US" sz="1200" dirty="0" err="1"/>
              <a:t>방향좌우키를</a:t>
            </a:r>
            <a:r>
              <a:rPr lang="ko-KR" altLang="en-US" sz="1200" dirty="0"/>
              <a:t> 활용하여 회전</a:t>
            </a:r>
            <a:r>
              <a:rPr lang="en-US" altLang="ko-KR" sz="1200" dirty="0"/>
              <a:t>(-90,90</a:t>
            </a:r>
            <a:r>
              <a:rPr lang="ko-KR" altLang="en-US" sz="1200" dirty="0"/>
              <a:t>도만 가능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ENTER</a:t>
            </a:r>
            <a:r>
              <a:rPr lang="ko-KR" altLang="en-US" sz="1200" dirty="0"/>
              <a:t>키를 활용하여 확정</a:t>
            </a:r>
            <a:endParaRPr lang="en-US" altLang="ko-KR" sz="1200" dirty="0"/>
          </a:p>
          <a:p>
            <a:r>
              <a:rPr lang="en-US" altLang="ko-KR" sz="1800" dirty="0">
                <a:latin typeface="+mj-ea"/>
                <a:ea typeface="+mj-ea"/>
              </a:rPr>
              <a:t>3-3 </a:t>
            </a:r>
            <a:r>
              <a:rPr lang="ko-KR" altLang="en-US" sz="1800" dirty="0">
                <a:latin typeface="+mj-ea"/>
                <a:ea typeface="+mj-ea"/>
              </a:rPr>
              <a:t>승리조건을 만족시키면 승리</a:t>
            </a:r>
            <a:endParaRPr lang="en-US" altLang="ko-KR" sz="1800" dirty="0">
              <a:latin typeface="+mj-ea"/>
              <a:ea typeface="+mj-ea"/>
            </a:endParaRPr>
          </a:p>
          <a:p>
            <a:r>
              <a:rPr lang="en-US" altLang="ko-KR" sz="1800" dirty="0">
                <a:latin typeface="+mj-ea"/>
                <a:ea typeface="+mj-ea"/>
              </a:rPr>
              <a:t>4. </a:t>
            </a:r>
            <a:r>
              <a:rPr lang="ko-KR" altLang="en-US" sz="1800" dirty="0">
                <a:latin typeface="+mj-ea"/>
                <a:ea typeface="+mj-ea"/>
              </a:rPr>
              <a:t>턴이 넘어간다</a:t>
            </a:r>
            <a:r>
              <a:rPr lang="en-US" altLang="ko-KR" sz="1800" dirty="0">
                <a:latin typeface="+mj-ea"/>
                <a:ea typeface="+mj-ea"/>
              </a:rPr>
              <a:t>.</a:t>
            </a:r>
          </a:p>
          <a:p>
            <a:r>
              <a:rPr lang="en-US" altLang="ko-KR" sz="1300" dirty="0"/>
              <a:t>LOG</a:t>
            </a:r>
            <a:r>
              <a:rPr lang="ko-KR" altLang="en-US" sz="1300" dirty="0"/>
              <a:t>란에 로그 출력</a:t>
            </a:r>
            <a:endParaRPr lang="en-US" altLang="ko-KR" sz="1300" dirty="0"/>
          </a:p>
          <a:p>
            <a:r>
              <a:rPr lang="en-US" altLang="ko-KR" sz="1300" dirty="0"/>
              <a:t>TURN </a:t>
            </a:r>
            <a:r>
              <a:rPr lang="ko-KR" altLang="en-US" sz="1300" dirty="0"/>
              <a:t>변수 </a:t>
            </a:r>
            <a:r>
              <a:rPr lang="en-US" altLang="ko-KR" sz="1300" dirty="0"/>
              <a:t>0,1 </a:t>
            </a:r>
            <a:r>
              <a:rPr lang="ko-KR" altLang="en-US" sz="1300" dirty="0"/>
              <a:t>스위치</a:t>
            </a:r>
            <a:r>
              <a:rPr lang="en-US" altLang="ko-KR" sz="1300" dirty="0"/>
              <a:t>, TURN </a:t>
            </a:r>
            <a:r>
              <a:rPr lang="ko-KR" altLang="en-US" sz="1300" dirty="0"/>
              <a:t>출력</a:t>
            </a:r>
            <a:endParaRPr lang="en-US" altLang="ko-KR" sz="13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F2DC4D-EFF3-4A5F-93E7-467363B6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FFF2F8-3175-43E1-85CD-ECBD977C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4455E6-107E-405F-8F2A-03801862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521DC7-08DC-4112-8F4F-A3FF87490B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게임 플레이 </a:t>
            </a:r>
            <a:r>
              <a:rPr lang="en-US" altLang="ko-KR" dirty="0"/>
              <a:t>- </a:t>
            </a:r>
            <a:r>
              <a:rPr lang="ko-KR" altLang="en-US" dirty="0"/>
              <a:t> 필요한 기능</a:t>
            </a:r>
          </a:p>
        </p:txBody>
      </p:sp>
    </p:spTree>
    <p:extLst>
      <p:ext uri="{BB962C8B-B14F-4D97-AF65-F5344CB8AC3E}">
        <p14:creationId xmlns:p14="http://schemas.microsoft.com/office/powerpoint/2010/main" val="100360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0D899E6-0502-4FE3-B24A-868CA524E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/>
              <a:t>출력</a:t>
            </a:r>
            <a:endParaRPr lang="en-US" altLang="ko-KR" dirty="0"/>
          </a:p>
          <a:p>
            <a:r>
              <a:rPr lang="ko-KR" altLang="en-US" dirty="0"/>
              <a:t>커서 이동</a:t>
            </a:r>
            <a:endParaRPr lang="en-US" altLang="ko-KR" dirty="0"/>
          </a:p>
          <a:p>
            <a:r>
              <a:rPr lang="ko-KR" altLang="en-US" dirty="0"/>
              <a:t>실시간 강조</a:t>
            </a:r>
            <a:endParaRPr lang="en-US" altLang="ko-KR" dirty="0"/>
          </a:p>
          <a:p>
            <a:r>
              <a:rPr lang="ko-KR" altLang="en-US" dirty="0"/>
              <a:t>지정한 구역내에서만</a:t>
            </a:r>
            <a:endParaRPr lang="en-US" altLang="ko-KR" dirty="0"/>
          </a:p>
          <a:p>
            <a:r>
              <a:rPr lang="ko-KR" altLang="en-US" dirty="0"/>
              <a:t>로그 출력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517EA14-BB9C-4ACA-A5F1-9BF870C8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319E6B8-9414-4796-BC5B-3D94B5B0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B8F55-9F7B-4C4B-9E81-707F82EF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98730AA-C4F3-4C9E-9610-DADE7070A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165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1737408-7AD5-4564-A96A-1D7FE931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>
                <a:hlinkClick r:id="rId2"/>
              </a:rPr>
              <a:t>펜타고</a:t>
            </a:r>
            <a:r>
              <a:rPr lang="ko-KR" altLang="en-US" dirty="0">
                <a:hlinkClick r:id="rId2"/>
              </a:rPr>
              <a:t> 영상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CF9D4C-8632-466E-8030-36D66591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3B4B6-8735-410C-A595-1695EF3E24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F0AC054-851C-476C-AF58-A67634E5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A1280D-504D-408E-9104-EEDDE23E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PROGRAMMING ANCHIWOO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6CA276-82DF-44A4-AB12-E68F7A50A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참고 링크</a:t>
            </a:r>
          </a:p>
        </p:txBody>
      </p:sp>
    </p:spTree>
    <p:extLst>
      <p:ext uri="{BB962C8B-B14F-4D97-AF65-F5344CB8AC3E}">
        <p14:creationId xmlns:p14="http://schemas.microsoft.com/office/powerpoint/2010/main" val="150876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배달의민족 한나체 Pro"/>
        <a:ea typeface="배달의민족 한나체 Pro"/>
        <a:cs typeface=""/>
      </a:majorFont>
      <a:minorFont>
        <a:latin typeface="배달의민족 한나체 Air"/>
        <a:ea typeface="배달의민족 한나체 Ai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691</TotalTime>
  <Words>342</Words>
  <Application>Microsoft Office PowerPoint</Application>
  <PresentationFormat>화면 슬라이드 쇼(4:3)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배달의민족 한나체 Air</vt:lpstr>
      <vt:lpstr>배달의민족 한나체 Pro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Adstore.Tistory.com</dc:creator>
  <cp:lastModifiedBy>KOCCA26</cp:lastModifiedBy>
  <cp:revision>81</cp:revision>
  <dcterms:created xsi:type="dcterms:W3CDTF">2015-06-25T00:21:41Z</dcterms:created>
  <dcterms:modified xsi:type="dcterms:W3CDTF">2021-10-22T03:07:56Z</dcterms:modified>
</cp:coreProperties>
</file>